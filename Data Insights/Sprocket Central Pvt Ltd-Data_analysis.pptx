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4" r:id="rId6"/>
    <p:sldId id="265" r:id="rId7"/>
    <p:sldId id="260" r:id="rId8"/>
    <p:sldId id="261" r:id="rId9"/>
  </p:sldIdLst>
  <p:sldSz cx="9144000" cy="5143500" type="screen16x9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2CD"/>
          </a:solidFill>
        </a:fill>
      </a:tcStyle>
    </a:wholeTbl>
    <a:band2H>
      <a:tcTxStyle/>
      <a:tcStyle>
        <a:tcBdr/>
        <a:fill>
          <a:solidFill>
            <a:srgbClr val="FF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DBDE"/>
          </a:solidFill>
        </a:fill>
      </a:tcStyle>
    </a:wholeTbl>
    <a:band2H>
      <a:tcTxStyle/>
      <a:tcStyle>
        <a:tcBdr/>
        <a:fill>
          <a:solidFill>
            <a:srgbClr val="EBEEE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8FFCD"/>
          </a:solidFill>
        </a:fill>
      </a:tcStyle>
    </a:wholeTbl>
    <a:band2H>
      <a:tcTxStyle/>
      <a:tcStyle>
        <a:tcBdr/>
        <a:fill>
          <a:solidFill>
            <a:srgbClr val="FCFF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49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Shape 10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07" name="Shape 10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n-lt"/>
        <a:ea typeface="+mn-ea"/>
        <a:cs typeface="+mn-cs"/>
        <a:sym typeface="Arial"/>
      </a:defRPr>
    </a:lvl1pPr>
    <a:lvl2pPr indent="228600" latinLnBrk="0">
      <a:defRPr sz="1400">
        <a:latin typeface="+mn-lt"/>
        <a:ea typeface="+mn-ea"/>
        <a:cs typeface="+mn-cs"/>
        <a:sym typeface="Arial"/>
      </a:defRPr>
    </a:lvl2pPr>
    <a:lvl3pPr indent="457200" latinLnBrk="0">
      <a:defRPr sz="1400">
        <a:latin typeface="+mn-lt"/>
        <a:ea typeface="+mn-ea"/>
        <a:cs typeface="+mn-cs"/>
        <a:sym typeface="Arial"/>
      </a:defRPr>
    </a:lvl3pPr>
    <a:lvl4pPr indent="685800" latinLnBrk="0">
      <a:defRPr sz="1400">
        <a:latin typeface="+mn-lt"/>
        <a:ea typeface="+mn-ea"/>
        <a:cs typeface="+mn-cs"/>
        <a:sym typeface="Arial"/>
      </a:defRPr>
    </a:lvl4pPr>
    <a:lvl5pPr indent="914400" latinLnBrk="0">
      <a:defRPr sz="1400">
        <a:latin typeface="+mn-lt"/>
        <a:ea typeface="+mn-ea"/>
        <a:cs typeface="+mn-cs"/>
        <a:sym typeface="Arial"/>
      </a:defRPr>
    </a:lvl5pPr>
    <a:lvl6pPr indent="1143000" latinLnBrk="0">
      <a:defRPr sz="1400">
        <a:latin typeface="+mn-lt"/>
        <a:ea typeface="+mn-ea"/>
        <a:cs typeface="+mn-cs"/>
        <a:sym typeface="Arial"/>
      </a:defRPr>
    </a:lvl6pPr>
    <a:lvl7pPr indent="1371600" latinLnBrk="0">
      <a:defRPr sz="1400">
        <a:latin typeface="+mn-lt"/>
        <a:ea typeface="+mn-ea"/>
        <a:cs typeface="+mn-cs"/>
        <a:sym typeface="Arial"/>
      </a:defRPr>
    </a:lvl7pPr>
    <a:lvl8pPr indent="1600200" latinLnBrk="0">
      <a:defRPr sz="1400">
        <a:latin typeface="+mn-lt"/>
        <a:ea typeface="+mn-ea"/>
        <a:cs typeface="+mn-cs"/>
        <a:sym typeface="Arial"/>
      </a:defRPr>
    </a:lvl8pPr>
    <a:lvl9pPr indent="1828800" latinLnBrk="0">
      <a:defRPr sz="1400">
        <a:latin typeface="+mn-lt"/>
        <a:ea typeface="+mn-ea"/>
        <a:cs typeface="+mn-cs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>
            <a:spLocks noGrp="1"/>
          </p:cNvSpPr>
          <p:nvPr>
            <p:ph type="title"/>
          </p:nvPr>
        </p:nvSpPr>
        <p:spPr>
          <a:xfrm>
            <a:off x="311708" y="744574"/>
            <a:ext cx="8520601" cy="2052601"/>
          </a:xfrm>
          <a:prstGeom prst="rect">
            <a:avLst/>
          </a:prstGeom>
        </p:spPr>
        <p:txBody>
          <a:bodyPr anchor="b"/>
          <a:lstStyle>
            <a:lvl1pPr algn="ctr">
              <a:defRPr sz="5200"/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>
            <a:spLocks noGrp="1"/>
          </p:cNvSpPr>
          <p:nvPr>
            <p:ph type="body" sz="quarter" idx="1"/>
          </p:nvPr>
        </p:nvSpPr>
        <p:spPr>
          <a:xfrm>
            <a:off x="311699" y="2834125"/>
            <a:ext cx="8520602" cy="7926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8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8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8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8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>
            <a:spLocks noGrp="1"/>
          </p:cNvSpPr>
          <p:nvPr>
            <p:ph type="title"/>
          </p:nvPr>
        </p:nvSpPr>
        <p:spPr>
          <a:xfrm>
            <a:off x="311699" y="2150849"/>
            <a:ext cx="8520602" cy="841801"/>
          </a:xfrm>
          <a:prstGeom prst="rect">
            <a:avLst/>
          </a:prstGeom>
        </p:spPr>
        <p:txBody>
          <a:bodyPr anchor="ctr"/>
          <a:lstStyle>
            <a:lvl1pPr algn="ctr">
              <a:defRPr sz="3600"/>
            </a:lvl1pPr>
          </a:lstStyle>
          <a:p>
            <a:r>
              <a:t>Title Text</a:t>
            </a:r>
          </a:p>
        </p:txBody>
      </p:sp>
      <p:sp>
        <p:nvSpPr>
          <p:cNvPr id="21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" name="Body Level One…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" name="Body Level One…"/>
          <p:cNvSpPr>
            <a:spLocks noGrp="1"/>
          </p:cNvSpPr>
          <p:nvPr>
            <p:ph type="body" sz="half" idx="1"/>
          </p:nvPr>
        </p:nvSpPr>
        <p:spPr>
          <a:xfrm>
            <a:off x="311699" y="1152475"/>
            <a:ext cx="3999902" cy="3416400"/>
          </a:xfrm>
          <a:prstGeom prst="rect">
            <a:avLst/>
          </a:prstGeom>
        </p:spPr>
        <p:txBody>
          <a:bodyPr/>
          <a:lstStyle>
            <a:lvl1pPr indent="-317500">
              <a:buSzPts val="1400"/>
              <a:defRPr sz="1400"/>
            </a:lvl1pPr>
            <a:lvl2pPr marL="965200" indent="-355600">
              <a:buSzPts val="1400"/>
              <a:defRPr sz="1400"/>
            </a:lvl2pPr>
            <a:lvl3pPr marL="1422400" indent="-355600">
              <a:buSzPts val="1400"/>
              <a:defRPr sz="1400"/>
            </a:lvl3pPr>
            <a:lvl4pPr marL="1879600" indent="-355600">
              <a:buSzPts val="1400"/>
              <a:defRPr sz="1400"/>
            </a:lvl4pPr>
            <a:lvl5pPr marL="2336800" indent="-355600">
              <a:buSzPts val="1400"/>
              <a:defRPr sz="1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" name="Shape 23"/>
          <p:cNvSpPr>
            <a:spLocks noGrp="1"/>
          </p:cNvSpPr>
          <p:nvPr>
            <p:ph type="body" sz="half" idx="13"/>
          </p:nvPr>
        </p:nvSpPr>
        <p:spPr>
          <a:xfrm>
            <a:off x="4832399" y="1152475"/>
            <a:ext cx="3999902" cy="3416400"/>
          </a:xfrm>
          <a:prstGeom prst="rect">
            <a:avLst/>
          </a:prstGeom>
        </p:spPr>
        <p:txBody>
          <a:bodyPr/>
          <a:lstStyle/>
          <a:p>
            <a:pPr indent="-317500">
              <a:buSzPts val="1400"/>
              <a:defRPr sz="1400"/>
            </a:pPr>
            <a:endParaRPr/>
          </a:p>
        </p:txBody>
      </p:sp>
      <p:sp>
        <p:nvSpPr>
          <p:cNvPr id="4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8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itle Text"/>
          <p:cNvSpPr>
            <a:spLocks noGrp="1"/>
          </p:cNvSpPr>
          <p:nvPr>
            <p:ph type="title"/>
          </p:nvPr>
        </p:nvSpPr>
        <p:spPr>
          <a:xfrm>
            <a:off x="311699" y="555600"/>
            <a:ext cx="2808001" cy="755700"/>
          </a:xfrm>
          <a:prstGeom prst="rect">
            <a:avLst/>
          </a:prstGeom>
        </p:spPr>
        <p:txBody>
          <a:bodyPr anchor="b"/>
          <a:lstStyle>
            <a:lvl1pPr>
              <a:defRPr sz="2400"/>
            </a:lvl1pPr>
          </a:lstStyle>
          <a:p>
            <a:r>
              <a:t>Title Text</a:t>
            </a:r>
          </a:p>
        </p:txBody>
      </p:sp>
      <p:sp>
        <p:nvSpPr>
          <p:cNvPr id="56" name="Body Level One…"/>
          <p:cNvSpPr>
            <a:spLocks noGrp="1"/>
          </p:cNvSpPr>
          <p:nvPr>
            <p:ph type="body" sz="quarter" idx="1"/>
          </p:nvPr>
        </p:nvSpPr>
        <p:spPr>
          <a:xfrm>
            <a:off x="311699" y="1389599"/>
            <a:ext cx="2808001" cy="3179401"/>
          </a:xfrm>
          <a:prstGeom prst="rect">
            <a:avLst/>
          </a:prstGeom>
        </p:spPr>
        <p:txBody>
          <a:bodyPr/>
          <a:lstStyle>
            <a:lvl1pPr indent="-304800">
              <a:buSzPts val="1200"/>
              <a:defRPr sz="1200"/>
            </a:lvl1pPr>
            <a:lvl2pPr marL="914400" indent="-304800">
              <a:buSzPts val="1200"/>
              <a:defRPr sz="1200"/>
            </a:lvl2pPr>
            <a:lvl3pPr marL="1371600" indent="-304800">
              <a:buSzPts val="1200"/>
              <a:defRPr sz="1200"/>
            </a:lvl3pPr>
            <a:lvl4pPr marL="1828800" indent="-304800">
              <a:buSzPts val="1200"/>
              <a:defRPr sz="1200"/>
            </a:lvl4pPr>
            <a:lvl5pPr marL="2286000" indent="-304800">
              <a:buSzPts val="1200"/>
              <a:defRPr sz="1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7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itle Text"/>
          <p:cNvSpPr>
            <a:spLocks noGrp="1"/>
          </p:cNvSpPr>
          <p:nvPr>
            <p:ph type="title"/>
          </p:nvPr>
        </p:nvSpPr>
        <p:spPr>
          <a:xfrm>
            <a:off x="490250" y="450149"/>
            <a:ext cx="6367801" cy="4090801"/>
          </a:xfrm>
          <a:prstGeom prst="rect">
            <a:avLst/>
          </a:prstGeom>
        </p:spPr>
        <p:txBody>
          <a:bodyPr anchor="ctr"/>
          <a:lstStyle>
            <a:lvl1pPr>
              <a:defRPr sz="4800"/>
            </a:lvl1pPr>
          </a:lstStyle>
          <a:p>
            <a:r>
              <a:t>Title Text</a:t>
            </a:r>
          </a:p>
        </p:txBody>
      </p:sp>
      <p:sp>
        <p:nvSpPr>
          <p:cNvPr id="65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Shape 36"/>
          <p:cNvSpPr/>
          <p:nvPr/>
        </p:nvSpPr>
        <p:spPr>
          <a:xfrm>
            <a:off x="4572000" y="-125"/>
            <a:ext cx="4572000" cy="5143501"/>
          </a:xfrm>
          <a:prstGeom prst="rect">
            <a:avLst/>
          </a:prstGeom>
          <a:solidFill>
            <a:srgbClr val="EEEEE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73" name="Title Text"/>
          <p:cNvSpPr>
            <a:spLocks noGrp="1"/>
          </p:cNvSpPr>
          <p:nvPr>
            <p:ph type="title"/>
          </p:nvPr>
        </p:nvSpPr>
        <p:spPr>
          <a:xfrm>
            <a:off x="265500" y="1233175"/>
            <a:ext cx="4045200" cy="1482301"/>
          </a:xfrm>
          <a:prstGeom prst="rect">
            <a:avLst/>
          </a:prstGeom>
        </p:spPr>
        <p:txBody>
          <a:bodyPr anchor="b"/>
          <a:lstStyle>
            <a:lvl1pPr algn="ctr">
              <a:defRPr sz="4200"/>
            </a:lvl1pPr>
          </a:lstStyle>
          <a:p>
            <a:r>
              <a:t>Title Text</a:t>
            </a:r>
          </a:p>
        </p:txBody>
      </p:sp>
      <p:sp>
        <p:nvSpPr>
          <p:cNvPr id="74" name="Body Level One…"/>
          <p:cNvSpPr>
            <a:spLocks noGrp="1"/>
          </p:cNvSpPr>
          <p:nvPr>
            <p:ph type="body" sz="quarter" idx="1"/>
          </p:nvPr>
        </p:nvSpPr>
        <p:spPr>
          <a:xfrm>
            <a:off x="265500" y="2803075"/>
            <a:ext cx="4045200" cy="1235101"/>
          </a:xfrm>
          <a:prstGeom prst="rect">
            <a:avLst/>
          </a:prstGeom>
        </p:spPr>
        <p:txBody>
          <a:bodyPr/>
          <a:lstStyle>
            <a:lvl1pPr marL="342900" indent="-228600" algn="ctr">
              <a:lnSpc>
                <a:spcPct val="100000"/>
              </a:lnSpc>
              <a:buClrTx/>
              <a:buSzTx/>
              <a:buFontTx/>
              <a:buNone/>
              <a:defRPr sz="2100"/>
            </a:lvl1pPr>
            <a:lvl2pPr marL="342900" indent="254000" algn="ctr">
              <a:lnSpc>
                <a:spcPct val="100000"/>
              </a:lnSpc>
              <a:buClrTx/>
              <a:buSzTx/>
              <a:buFontTx/>
              <a:buNone/>
              <a:defRPr sz="2100"/>
            </a:lvl2pPr>
            <a:lvl3pPr marL="342900" indent="711200" algn="ctr">
              <a:lnSpc>
                <a:spcPct val="100000"/>
              </a:lnSpc>
              <a:buClrTx/>
              <a:buSzTx/>
              <a:buFontTx/>
              <a:buNone/>
              <a:defRPr sz="2100"/>
            </a:lvl3pPr>
            <a:lvl4pPr marL="342900" indent="1168400" algn="ctr">
              <a:lnSpc>
                <a:spcPct val="100000"/>
              </a:lnSpc>
              <a:buClrTx/>
              <a:buSzTx/>
              <a:buFontTx/>
              <a:buNone/>
              <a:defRPr sz="2100"/>
            </a:lvl4pPr>
            <a:lvl5pPr marL="342900" indent="1625600" algn="ctr">
              <a:lnSpc>
                <a:spcPct val="100000"/>
              </a:lnSpc>
              <a:buClrTx/>
              <a:buSzTx/>
              <a:buFontTx/>
              <a:buNone/>
              <a:defRPr sz="21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5" name="Shape 39"/>
          <p:cNvSpPr>
            <a:spLocks noGrp="1"/>
          </p:cNvSpPr>
          <p:nvPr>
            <p:ph type="body" sz="half" idx="13"/>
          </p:nvPr>
        </p:nvSpPr>
        <p:spPr>
          <a:xfrm>
            <a:off x="4939500" y="724074"/>
            <a:ext cx="3837000" cy="3695102"/>
          </a:xfrm>
          <a:prstGeom prst="rect">
            <a:avLst/>
          </a:prstGeom>
        </p:spPr>
        <p:txBody>
          <a:bodyPr anchor="ctr"/>
          <a:lstStyle/>
          <a:p>
            <a:endParaRPr/>
          </a:p>
        </p:txBody>
      </p:sp>
      <p:sp>
        <p:nvSpPr>
          <p:cNvPr id="76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Body Level One…"/>
          <p:cNvSpPr>
            <a:spLocks noGrp="1"/>
          </p:cNvSpPr>
          <p:nvPr>
            <p:ph type="body" sz="quarter" idx="1"/>
          </p:nvPr>
        </p:nvSpPr>
        <p:spPr>
          <a:xfrm>
            <a:off x="311699" y="4230575"/>
            <a:ext cx="5998802" cy="605101"/>
          </a:xfrm>
          <a:prstGeom prst="rect">
            <a:avLst/>
          </a:prstGeom>
        </p:spPr>
        <p:txBody>
          <a:bodyPr anchor="ctr"/>
          <a:lstStyle>
            <a:lvl1pPr marL="228600" indent="0">
              <a:lnSpc>
                <a:spcPct val="100000"/>
              </a:lnSpc>
              <a:buClrTx/>
              <a:buSzTx/>
              <a:buFontTx/>
              <a:buNone/>
            </a:lvl1pPr>
            <a:lvl2pPr>
              <a:lnSpc>
                <a:spcPct val="100000"/>
              </a:lnSpc>
              <a:buClrTx/>
              <a:buFontTx/>
            </a:lvl2pPr>
            <a:lvl3pPr>
              <a:lnSpc>
                <a:spcPct val="100000"/>
              </a:lnSpc>
              <a:buClrTx/>
              <a:buFontTx/>
            </a:lvl3pPr>
            <a:lvl4pPr>
              <a:lnSpc>
                <a:spcPct val="100000"/>
              </a:lnSpc>
              <a:buClrTx/>
              <a:buFontTx/>
            </a:lvl4pPr>
            <a:lvl5pPr>
              <a:lnSpc>
                <a:spcPct val="100000"/>
              </a:lnSpc>
              <a:buClrTx/>
              <a:buFontTx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Title Text"/>
          <p:cNvSpPr>
            <a:spLocks noGrp="1"/>
          </p:cNvSpPr>
          <p:nvPr>
            <p:ph type="title"/>
          </p:nvPr>
        </p:nvSpPr>
        <p:spPr>
          <a:xfrm>
            <a:off x="311699" y="1106125"/>
            <a:ext cx="8520602" cy="1963500"/>
          </a:xfrm>
          <a:prstGeom prst="rect">
            <a:avLst/>
          </a:prstGeom>
        </p:spPr>
        <p:txBody>
          <a:bodyPr anchor="b"/>
          <a:lstStyle>
            <a:lvl1pPr algn="ctr">
              <a:defRPr sz="12000"/>
            </a:lvl1pPr>
          </a:lstStyle>
          <a:p>
            <a:r>
              <a:t>Title Text</a:t>
            </a:r>
          </a:p>
        </p:txBody>
      </p:sp>
      <p:sp>
        <p:nvSpPr>
          <p:cNvPr id="92" name="Body Level One…"/>
          <p:cNvSpPr>
            <a:spLocks noGrp="1"/>
          </p:cNvSpPr>
          <p:nvPr>
            <p:ph type="body" sz="half" idx="1"/>
          </p:nvPr>
        </p:nvSpPr>
        <p:spPr>
          <a:xfrm>
            <a:off x="311699" y="3152225"/>
            <a:ext cx="8520602" cy="130080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algn="ctr"/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3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Slide Number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>
            <a:spLocks noGrp="1"/>
          </p:cNvSpPr>
          <p:nvPr>
            <p:ph type="title"/>
          </p:nvPr>
        </p:nvSpPr>
        <p:spPr>
          <a:xfrm>
            <a:off x="311699" y="445025"/>
            <a:ext cx="8520602" cy="572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>
            <a:spLocks noGrp="1"/>
          </p:cNvSpPr>
          <p:nvPr>
            <p:ph type="body" idx="1"/>
          </p:nvPr>
        </p:nvSpPr>
        <p:spPr>
          <a:xfrm>
            <a:off x="311699" y="1152475"/>
            <a:ext cx="8520602" cy="34164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>
            <a:spLocks noGrp="1"/>
          </p:cNvSpPr>
          <p:nvPr>
            <p:ph type="sldNum" sz="quarter" idx="2"/>
          </p:nvPr>
        </p:nvSpPr>
        <p:spPr>
          <a:xfrm>
            <a:off x="8684345" y="4700819"/>
            <a:ext cx="336814" cy="318396"/>
          </a:xfrm>
          <a:prstGeom prst="rect">
            <a:avLst/>
          </a:prstGeom>
          <a:ln w="12700">
            <a:miter lim="400000"/>
          </a:ln>
        </p:spPr>
        <p:txBody>
          <a:bodyPr wrap="none" lIns="91424" tIns="91424" rIns="91424" bIns="91424" anchor="ctr">
            <a:spAutoFit/>
          </a:bodyPr>
          <a:lstStyle>
            <a:lvl1pPr algn="r">
              <a:defRPr sz="1000">
                <a:solidFill>
                  <a:schemeClr val="accent2">
                    <a:lumOff val="21764"/>
                  </a:schemeClr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800" b="0" i="0" u="none" strike="noStrike" cap="none" spc="0" baseline="0">
          <a:ln>
            <a:noFill/>
          </a:ln>
          <a:solidFill>
            <a:srgbClr val="000000"/>
          </a:solidFill>
          <a:uFillTx/>
          <a:latin typeface="+mn-lt"/>
          <a:ea typeface="+mn-ea"/>
          <a:cs typeface="+mn-cs"/>
          <a:sym typeface="Arial"/>
        </a:defRPr>
      </a:lvl9pPr>
    </p:titleStyle>
    <p:bodyStyle>
      <a:lvl1pPr marL="457200" marR="0" indent="-342900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ln>
            <a:noFill/>
          </a:ln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1pPr>
      <a:lvl2pPr marL="1005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ln>
            <a:noFill/>
          </a:ln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2pPr>
      <a:lvl3pPr marL="1462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ln>
            <a:noFill/>
          </a:ln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3pPr>
      <a:lvl4pPr marL="1919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ln>
            <a:noFill/>
          </a:ln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4pPr>
      <a:lvl5pPr marL="23767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ln>
            <a:noFill/>
          </a:ln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5pPr>
      <a:lvl6pPr marL="28339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ln>
            <a:noFill/>
          </a:ln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6pPr>
      <a:lvl7pPr marL="32911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●"/>
        <a:tabLst/>
        <a:defRPr sz="1800" b="0" i="0" u="none" strike="noStrike" cap="none" spc="0" baseline="0">
          <a:ln>
            <a:noFill/>
          </a:ln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7pPr>
      <a:lvl8pPr marL="37483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○"/>
        <a:tabLst/>
        <a:defRPr sz="1800" b="0" i="0" u="none" strike="noStrike" cap="none" spc="0" baseline="0">
          <a:ln>
            <a:noFill/>
          </a:ln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8pPr>
      <a:lvl9pPr marL="4205514" marR="0" indent="-408214" algn="l" defTabSz="914400" rtl="0" latinLnBrk="0">
        <a:lnSpc>
          <a:spcPct val="115000"/>
        </a:lnSpc>
        <a:spcBef>
          <a:spcPts val="0"/>
        </a:spcBef>
        <a:spcAft>
          <a:spcPts val="0"/>
        </a:spcAft>
        <a:buClr>
          <a:schemeClr val="accent2">
            <a:lumOff val="21764"/>
          </a:schemeClr>
        </a:buClr>
        <a:buSzPts val="1800"/>
        <a:buFont typeface="Arial"/>
        <a:buChar char="■"/>
        <a:tabLst/>
        <a:defRPr sz="1800" b="0" i="0" u="none" strike="noStrike" cap="none" spc="0" baseline="0">
          <a:ln>
            <a:noFill/>
          </a:ln>
          <a:solidFill>
            <a:schemeClr val="accent2">
              <a:lumOff val="21764"/>
            </a:schemeClr>
          </a:solidFill>
          <a:uFillTx/>
          <a:latin typeface="+mn-lt"/>
          <a:ea typeface="+mn-ea"/>
          <a:cs typeface="+mn-cs"/>
          <a:sym typeface="Arial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0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54"/>
          <p:cNvSpPr/>
          <p:nvPr/>
        </p:nvSpPr>
        <p:spPr>
          <a:xfrm rot="10800000" flipH="1">
            <a:off x="-1" y="0"/>
            <a:ext cx="9163201" cy="514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16564" y="0"/>
                </a:lnTo>
                <a:lnTo>
                  <a:pt x="21600" y="8964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10" name="Shape 55"/>
          <p:cNvSpPr/>
          <p:nvPr/>
        </p:nvSpPr>
        <p:spPr>
          <a:xfrm>
            <a:off x="537899" y="1895175"/>
            <a:ext cx="3953102" cy="12618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3500">
                <a:solidFill>
                  <a:srgbClr val="FFFFFF"/>
                </a:solidFill>
                <a:latin typeface="Open Sans Extrabold"/>
                <a:ea typeface="Open Sans Extrabold"/>
                <a:cs typeface="Open Sans Extrabold"/>
                <a:sym typeface="Open Sans Extrabold"/>
              </a:defRPr>
            </a:lvl1pPr>
          </a:lstStyle>
          <a:p>
            <a:r>
              <a:rPr dirty="0"/>
              <a:t>Sprocket Central P</a:t>
            </a:r>
            <a:r>
              <a:rPr lang="en-IN" dirty="0" err="1"/>
              <a:t>vt</a:t>
            </a:r>
            <a:r>
              <a:rPr dirty="0"/>
              <a:t> Ltd</a:t>
            </a:r>
          </a:p>
        </p:txBody>
      </p:sp>
      <p:sp>
        <p:nvSpPr>
          <p:cNvPr id="111" name="Shape 56"/>
          <p:cNvSpPr/>
          <p:nvPr/>
        </p:nvSpPr>
        <p:spPr>
          <a:xfrm>
            <a:off x="537900" y="3315475"/>
            <a:ext cx="5550600" cy="5257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r>
              <a:t>Data analytics approach</a:t>
            </a:r>
          </a:p>
        </p:txBody>
      </p:sp>
      <p:pic>
        <p:nvPicPr>
          <p:cNvPr id="112" name="Shape 57" descr="Shape 5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100" y="1275524"/>
            <a:ext cx="1982300" cy="238701"/>
          </a:xfrm>
          <a:prstGeom prst="rect">
            <a:avLst/>
          </a:prstGeom>
          <a:ln w="12700">
            <a:miter lim="400000"/>
          </a:ln>
        </p:spPr>
      </p:pic>
      <p:sp>
        <p:nvSpPr>
          <p:cNvPr id="113" name="Shape 58"/>
          <p:cNvSpPr/>
          <p:nvPr/>
        </p:nvSpPr>
        <p:spPr>
          <a:xfrm>
            <a:off x="537900" y="3666599"/>
            <a:ext cx="6249600" cy="369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12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</a:lstStyle>
          <a:p>
            <a:r>
              <a:rPr lang="en-IN" dirty="0"/>
              <a:t>Data Analytics Division</a:t>
            </a:r>
            <a:r>
              <a:rPr dirty="0"/>
              <a:t> - [Engagement Manager], [Senior Consultant], </a:t>
            </a:r>
            <a:r>
              <a:rPr lang="en-IN" smtClean="0"/>
              <a:t>Pravesh</a:t>
            </a:r>
            <a:endParaRPr dirty="0"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63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17" name="Shape 64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Agenda</a:t>
            </a:r>
          </a:p>
        </p:txBody>
      </p:sp>
      <p:sp>
        <p:nvSpPr>
          <p:cNvPr id="118" name="Shape 65"/>
          <p:cNvSpPr/>
          <p:nvPr/>
        </p:nvSpPr>
        <p:spPr>
          <a:xfrm>
            <a:off x="343874" y="1211200"/>
            <a:ext cx="5459402" cy="1708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/>
          <a:p>
            <a:pPr marL="457200" indent="-355600">
              <a:lnSpc>
                <a:spcPct val="115000"/>
              </a:lnSpc>
              <a:buClr>
                <a:srgbClr val="000000"/>
              </a:buClr>
              <a:buSzPts val="2000"/>
              <a:buAutoNum type="arabicPeriod"/>
              <a:defRPr sz="2000">
                <a:latin typeface="Open Sans"/>
                <a:ea typeface="Open Sans"/>
                <a:cs typeface="Open Sans"/>
                <a:sym typeface="Open Sans"/>
              </a:defRPr>
            </a:pPr>
            <a:r>
              <a:t>Introduction</a:t>
            </a:r>
          </a:p>
          <a:p>
            <a:pPr marL="457200" indent="-355600">
              <a:lnSpc>
                <a:spcPct val="115000"/>
              </a:lnSpc>
              <a:buClr>
                <a:srgbClr val="000000"/>
              </a:buClr>
              <a:buSzPts val="2000"/>
              <a:buAutoNum type="arabicPeriod"/>
              <a:defRPr sz="2000">
                <a:latin typeface="Open Sans"/>
                <a:ea typeface="Open Sans"/>
                <a:cs typeface="Open Sans"/>
                <a:sym typeface="Open Sans"/>
              </a:defRPr>
            </a:pPr>
            <a:r>
              <a:t>Data Exploration</a:t>
            </a:r>
          </a:p>
          <a:p>
            <a:pPr marL="457200" indent="-355600">
              <a:lnSpc>
                <a:spcPct val="115000"/>
              </a:lnSpc>
              <a:buClr>
                <a:srgbClr val="000000"/>
              </a:buClr>
              <a:buSzPts val="2000"/>
              <a:buAutoNum type="arabicPeriod"/>
              <a:defRPr sz="2000">
                <a:latin typeface="Open Sans"/>
                <a:ea typeface="Open Sans"/>
                <a:cs typeface="Open Sans"/>
                <a:sym typeface="Open Sans"/>
              </a:defRPr>
            </a:pPr>
            <a:r>
              <a:t>Model Development</a:t>
            </a:r>
          </a:p>
          <a:p>
            <a:pPr marL="457200" indent="-355600">
              <a:lnSpc>
                <a:spcPct val="115000"/>
              </a:lnSpc>
              <a:buClr>
                <a:srgbClr val="000000"/>
              </a:buClr>
              <a:buSzPts val="2000"/>
              <a:buAutoNum type="arabicPeriod"/>
              <a:defRPr sz="2000">
                <a:latin typeface="Open Sans"/>
                <a:ea typeface="Open Sans"/>
                <a:cs typeface="Open Sans"/>
                <a:sym typeface="Open Sans"/>
              </a:defRPr>
            </a:pPr>
            <a:r>
              <a:t>Interpretation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Shape 70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22" name="Shape 71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Introduction</a:t>
            </a:r>
          </a:p>
        </p:txBody>
      </p:sp>
      <p:sp>
        <p:nvSpPr>
          <p:cNvPr id="123" name="Shape 72"/>
          <p:cNvSpPr/>
          <p:nvPr/>
        </p:nvSpPr>
        <p:spPr>
          <a:xfrm>
            <a:off x="205025" y="1083299"/>
            <a:ext cx="8565600" cy="8702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IN" dirty="0"/>
              <a:t>Existing customer analysis to predict trends and generate business with new customer list</a:t>
            </a:r>
            <a:endParaRPr dirty="0"/>
          </a:p>
        </p:txBody>
      </p:sp>
      <p:sp>
        <p:nvSpPr>
          <p:cNvPr id="124" name="Shape 73"/>
          <p:cNvSpPr/>
          <p:nvPr/>
        </p:nvSpPr>
        <p:spPr>
          <a:xfrm>
            <a:off x="205025" y="2057054"/>
            <a:ext cx="8565599" cy="2822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lnSpc>
                <a:spcPct val="115000"/>
              </a:lnSpc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IN" dirty="0"/>
              <a:t>Several plots have been visualised to find relationship between the features to get a better understanding of the current database of customers. The feature selection is as follows:</a:t>
            </a:r>
          </a:p>
          <a:p>
            <a:endParaRPr lang="en-I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Age, gender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Job industry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Wealth segment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Cars owned, bike purchased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Profit and the transaction month</a:t>
            </a:r>
          </a:p>
          <a:p>
            <a:endParaRPr lang="en-IN" dirty="0"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79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1" name="Shape 80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Data Exploration</a:t>
            </a:r>
          </a:p>
        </p:txBody>
      </p:sp>
      <p:sp>
        <p:nvSpPr>
          <p:cNvPr id="132" name="Shape 81"/>
          <p:cNvSpPr/>
          <p:nvPr/>
        </p:nvSpPr>
        <p:spPr>
          <a:xfrm>
            <a:off x="205025" y="1083299"/>
            <a:ext cx="8565600" cy="51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IN" dirty="0"/>
              <a:t>Age and Gender Distributions in current and target database</a:t>
            </a:r>
            <a:endParaRPr dirty="0"/>
          </a:p>
        </p:txBody>
      </p:sp>
      <p:sp>
        <p:nvSpPr>
          <p:cNvPr id="133" name="Shape 82"/>
          <p:cNvSpPr/>
          <p:nvPr/>
        </p:nvSpPr>
        <p:spPr>
          <a:xfrm>
            <a:off x="205025" y="1683081"/>
            <a:ext cx="3414785" cy="20825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lnSpc>
                <a:spcPct val="115000"/>
              </a:lnSpc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We can see that the age and gender distribution is very similar in the current customers and the target customers.</a:t>
            </a:r>
          </a:p>
          <a:p>
            <a:endParaRPr lang="en-I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The age group between 40-60 is more predominant in both the databases</a:t>
            </a:r>
          </a:p>
          <a:p>
            <a:endParaRPr lang="en-IN" sz="12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The count of male and female in both the databases are very similar.</a:t>
            </a:r>
            <a:endParaRPr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6876A4D-B4E2-FCF6-6F6B-58030625E0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020" y="3077089"/>
            <a:ext cx="2949335" cy="196622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EAC462-47BF-7C70-1E68-DF3A980397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80856" y="3077089"/>
            <a:ext cx="2871906" cy="19146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D3A445-8699-CAAC-832E-7B216B8A7B1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9032" t="51756" r="54783" b="16989"/>
          <a:stretch/>
        </p:blipFill>
        <p:spPr>
          <a:xfrm>
            <a:off x="3782793" y="1534571"/>
            <a:ext cx="2394290" cy="160757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64C451-D9ED-F9EE-D5D6-AC8EC24525F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15744" y="1377337"/>
            <a:ext cx="2549628" cy="1699752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79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1" name="Shape 80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Data Exploration</a:t>
            </a:r>
          </a:p>
        </p:txBody>
      </p:sp>
      <p:sp>
        <p:nvSpPr>
          <p:cNvPr id="132" name="Shape 81"/>
          <p:cNvSpPr/>
          <p:nvPr/>
        </p:nvSpPr>
        <p:spPr>
          <a:xfrm>
            <a:off x="205025" y="1083299"/>
            <a:ext cx="8565600" cy="51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IN" dirty="0"/>
              <a:t>Job category and its relationship with gender</a:t>
            </a:r>
            <a:endParaRPr dirty="0"/>
          </a:p>
        </p:txBody>
      </p:sp>
      <p:sp>
        <p:nvSpPr>
          <p:cNvPr id="133" name="Shape 82"/>
          <p:cNvSpPr/>
          <p:nvPr/>
        </p:nvSpPr>
        <p:spPr>
          <a:xfrm>
            <a:off x="205026" y="1683081"/>
            <a:ext cx="2361194" cy="3356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lnSpc>
                <a:spcPct val="115000"/>
              </a:lnSpc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We notice that the top 3 job categories in the current database are Manufacturing, Financial services and Health which reflects in the target database as well.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There is a very minute difference in the count of male and female which suggests that the gender can be ignored with respect to the job category of the customers.</a:t>
            </a:r>
            <a:endParaRPr sz="1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A9F9543-94B6-64AA-5841-395F2BA2FE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429" y="1516281"/>
            <a:ext cx="3414786" cy="1780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3BEF28F8-5AE9-52CB-73C4-FE40AAB045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9215" y="1504999"/>
            <a:ext cx="3414785" cy="1792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58DFFD5D-8627-9FB0-612F-65664ADD1F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9214" y="3262845"/>
            <a:ext cx="3414786" cy="17921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ECEA940A-9513-4829-F9A6-16CA8188A0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4427" y="3274127"/>
            <a:ext cx="3414786" cy="17808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4179088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Shape 79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31" name="Shape 80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Data Exploration</a:t>
            </a:r>
          </a:p>
        </p:txBody>
      </p:sp>
      <p:sp>
        <p:nvSpPr>
          <p:cNvPr id="132" name="Shape 81"/>
          <p:cNvSpPr/>
          <p:nvPr/>
        </p:nvSpPr>
        <p:spPr>
          <a:xfrm>
            <a:off x="205025" y="1083299"/>
            <a:ext cx="8565600" cy="51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IN" dirty="0"/>
              <a:t>Wealth segment and its relationship with gender</a:t>
            </a:r>
            <a:endParaRPr dirty="0"/>
          </a:p>
        </p:txBody>
      </p:sp>
      <p:sp>
        <p:nvSpPr>
          <p:cNvPr id="133" name="Shape 82"/>
          <p:cNvSpPr/>
          <p:nvPr/>
        </p:nvSpPr>
        <p:spPr>
          <a:xfrm>
            <a:off x="205026" y="1683081"/>
            <a:ext cx="2361194" cy="33567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square" lIns="91424" tIns="91424" rIns="91424" bIns="91424">
            <a:spAutoFit/>
          </a:bodyPr>
          <a:lstStyle>
            <a:lvl1pPr>
              <a:lnSpc>
                <a:spcPct val="115000"/>
              </a:lnSpc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The mass affluent customer base has the highest number of purchases in the current database compared to the affluent and HNI.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The female customers in the mass affluent has the highest number of purchases in the customer 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We see the same trend of customer distribution seen in the target database as well.</a:t>
            </a:r>
            <a:endParaRPr sz="12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D21B1F1-2EFA-08BD-43F3-0DF62B7B16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027" y="1599626"/>
            <a:ext cx="2590800" cy="1745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5BB1011B-2130-57A4-7C4E-60ECD63333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4027" y="3361473"/>
            <a:ext cx="2590800" cy="1760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7F269836-EDC2-1580-4A82-FF1BCDE56F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008" y="1599626"/>
            <a:ext cx="2548559" cy="1745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C0E72859-5877-E29F-B65A-C7208E9F8F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8008" y="3375823"/>
            <a:ext cx="2548559" cy="17459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0890033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88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40" name="Shape 89"/>
          <p:cNvSpPr/>
          <p:nvPr/>
        </p:nvSpPr>
        <p:spPr>
          <a:xfrm>
            <a:off x="205025" y="263974"/>
            <a:ext cx="8565600" cy="46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Model Development</a:t>
            </a:r>
          </a:p>
        </p:txBody>
      </p:sp>
      <p:sp>
        <p:nvSpPr>
          <p:cNvPr id="141" name="Shape 90"/>
          <p:cNvSpPr/>
          <p:nvPr/>
        </p:nvSpPr>
        <p:spPr>
          <a:xfrm>
            <a:off x="205025" y="912131"/>
            <a:ext cx="8565600" cy="51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IN" dirty="0"/>
              <a:t>Car owned and bike purchased across gender</a:t>
            </a:r>
            <a:endParaRPr dirty="0"/>
          </a:p>
        </p:txBody>
      </p:sp>
      <p:sp>
        <p:nvSpPr>
          <p:cNvPr id="142" name="Shape 91"/>
          <p:cNvSpPr/>
          <p:nvPr/>
        </p:nvSpPr>
        <p:spPr>
          <a:xfrm>
            <a:off x="205025" y="2164724"/>
            <a:ext cx="4134600" cy="18702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Almost 50% of the customers across both genders own cars with the female leading in number slightly.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The consensus for the target customers show similar results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The bike purchases are also a significant number in both the genders.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200" dirty="0"/>
              <a:t>The target customer list has a similar ratio of cars owned across gender and few bike purchases.</a:t>
            </a:r>
            <a:endParaRPr sz="120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BBAD7651-90C5-A656-7107-E79909BC33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867" y="3207771"/>
            <a:ext cx="2821050" cy="19326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70CDA1E-FBCB-C21C-5846-CEABFD2C3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4141" y="3267761"/>
            <a:ext cx="1764891" cy="1845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B7A9E6E-EB7A-72EF-9EC3-05991C30EC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6867" y="1336812"/>
            <a:ext cx="2821050" cy="1916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7686B519-C2BE-0A23-C176-291653E9F7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4141" y="1454268"/>
            <a:ext cx="1764891" cy="1845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97"/>
          <p:cNvSpPr/>
          <p:nvPr/>
        </p:nvSpPr>
        <p:spPr>
          <a:xfrm>
            <a:off x="-15501" y="-19475"/>
            <a:ext cx="9191402" cy="840000"/>
          </a:xfrm>
          <a:prstGeom prst="rect">
            <a:avLst/>
          </a:prstGeom>
          <a:gradFill>
            <a:gsLst>
              <a:gs pos="0">
                <a:srgbClr val="1077D2"/>
              </a:gs>
              <a:gs pos="100000">
                <a:srgbClr val="093153"/>
              </a:gs>
            </a:gsLst>
            <a:lin ang="12000143"/>
          </a:gra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p:sp>
        <p:nvSpPr>
          <p:cNvPr id="149" name="Shape 98"/>
          <p:cNvSpPr/>
          <p:nvPr/>
        </p:nvSpPr>
        <p:spPr>
          <a:xfrm>
            <a:off x="205025" y="263974"/>
            <a:ext cx="8565600" cy="75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Interpretation</a:t>
            </a:r>
          </a:p>
        </p:txBody>
      </p:sp>
      <p:sp>
        <p:nvSpPr>
          <p:cNvPr id="150" name="Shape 99"/>
          <p:cNvSpPr/>
          <p:nvPr/>
        </p:nvSpPr>
        <p:spPr>
          <a:xfrm>
            <a:off x="205025" y="1083299"/>
            <a:ext cx="8565600" cy="5163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2000" b="1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r>
              <a:rPr lang="en-IN" dirty="0"/>
              <a:t>Wealth segment interpretation</a:t>
            </a:r>
            <a:endParaRPr dirty="0"/>
          </a:p>
        </p:txBody>
      </p:sp>
      <p:sp>
        <p:nvSpPr>
          <p:cNvPr id="151" name="Shape 100"/>
          <p:cNvSpPr/>
          <p:nvPr/>
        </p:nvSpPr>
        <p:spPr>
          <a:xfrm>
            <a:off x="205025" y="1645554"/>
            <a:ext cx="4134600" cy="2932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91424" tIns="91424" rIns="91424" bIns="91424">
            <a:spAutoFit/>
          </a:bodyPr>
          <a:lstStyle>
            <a:lvl1pPr>
              <a:lnSpc>
                <a:spcPct val="115000"/>
              </a:lnSpc>
              <a:defRPr sz="1500">
                <a:latin typeface="Open Sans"/>
                <a:ea typeface="Open Sans"/>
                <a:cs typeface="Open Sans"/>
                <a:sym typeface="Open Sans"/>
              </a:defRPr>
            </a:lvl1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The mass affluent customers between ages 40-50 show the most purchases in the current customer database.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New South Wales has the highest number of purchases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We can target the mass customers and increase their number in the database for better profits.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Most of the target customer lie between the ages of 40-70.We can market bike purchases for the ages 20-40 for better profits.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/>
              <a:t>As NSW already has decent profits compared to the other two states, we can target marketing in QLD and VIC to further the profits.</a:t>
            </a:r>
            <a:endParaRPr sz="1200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251FD92D-D771-A290-0DED-BE05518834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999" y="1543342"/>
            <a:ext cx="2309813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>
            <a:extLst>
              <a:ext uri="{FF2B5EF4-FFF2-40B4-BE49-F238E27FC236}">
                <a16:creationId xmlns:a16="http://schemas.microsoft.com/office/drawing/2014/main" id="{2E54FA62-0E35-581D-1953-6979BB0D03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7813" y="1434613"/>
            <a:ext cx="2739456" cy="1861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>
            <a:extLst>
              <a:ext uri="{FF2B5EF4-FFF2-40B4-BE49-F238E27FC236}">
                <a16:creationId xmlns:a16="http://schemas.microsoft.com/office/drawing/2014/main" id="{7E32EE4A-1789-64FB-AAAF-F7C3D5C30E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7999" y="3348552"/>
            <a:ext cx="2309813" cy="1752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6" name="Picture 10">
            <a:extLst>
              <a:ext uri="{FF2B5EF4-FFF2-40B4-BE49-F238E27FC236}">
                <a16:creationId xmlns:a16="http://schemas.microsoft.com/office/drawing/2014/main" id="{53D2A603-2090-1AE9-0721-4C92F123C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9071" y="3282171"/>
            <a:ext cx="2716940" cy="1861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Simple Light">
      <a:majorFont>
        <a:latin typeface="Helvetica"/>
        <a:ea typeface="Helvetica"/>
        <a:cs typeface="Helvetica"/>
      </a:majorFont>
      <a:minorFont>
        <a:latin typeface="Arial"/>
        <a:ea typeface="Arial"/>
        <a:cs typeface="Arial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Arial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</TotalTime>
  <Words>446</Words>
  <Application>Microsoft Office PowerPoint</Application>
  <PresentationFormat>On-screen Show (16:9)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Open Sans</vt:lpstr>
      <vt:lpstr>Open Sans Extrabold</vt:lpstr>
      <vt:lpstr>Open Sans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Priyanka Chandramohan</dc:creator>
  <cp:lastModifiedBy>acer</cp:lastModifiedBy>
  <cp:revision>5</cp:revision>
  <dcterms:modified xsi:type="dcterms:W3CDTF">2025-05-03T08:25:07Z</dcterms:modified>
</cp:coreProperties>
</file>